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474720"/>
            <a:ext cx="2286000" cy="22860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rednote_monitor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小红书散户情绪反指系统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2026.05.20  |  LSM · QBW · LELE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2286000" cy="36576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项目简介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solidFill>
            <a:srgbClr val="F8FA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对小红书上指定 ticker 的相关帖子进行多模态情绪打分，日度聚合输出"乐观/悲观"和"讨论量"两个指标，辅助人工交易决策。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输出什么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DailyMetric（SQLite 日度指标表）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2926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怎么实现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LLM 多模态打分 → 日度聚合 → 回测验证 → Dashboard 可视化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现在到哪了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Week 1 M1（端到端骨架打通）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友好声明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这是一个 vibe-coding 项目 · AI 是一等公民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写代码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/ PR / issue 都行，标好 Co-Authored-By 就 OK，不用刻意"伪装人写的"。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77640" y="1645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/ Cursor / Codex / ChatGPT 任选；BLUEPRINT.md + CLAUDE.md 是给 AI 看的真值文档，改这两份等于给所有人的 AI 同步。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256032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45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645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协作的边界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写代码很自由；改 4 个核心受保护文件走 PR 大家看一下；架构方向最终人拍板，AI 是助手不是 owner。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为啥强调这点：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团队规模小、节奏快、同学开发经验深浅不一 —— AI 把门槛拉平，让大家把精力放在判断和设计上，不在语法和样板代码上。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系统架构总览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个模块 · JSON / SQLite 传递 · 不互相 import</a:t>
            </a:r>
            <a:endParaRPr lang="en-US" sz="1400" dirty="0"/>
          </a:p>
        </p:txBody>
      </p:sp>
      <p:pic>
        <p:nvPicPr>
          <p:cNvPr id="5" name="Image 0" descr="E:/project/rednote_monitor/docs/architecture/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1760" y="1005840"/>
            <a:ext cx="384048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95728" y="3840480"/>
            <a:ext cx="1005840" cy="292608"/>
          </a:xfrm>
          <a:prstGeom prst="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2395728" y="3840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Scraper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11296" y="3840480"/>
            <a:ext cx="1005840" cy="292608"/>
          </a:xfrm>
          <a:prstGeom prst="rect">
            <a:avLst>
              <a:gd name="adj" fmla="val 15625"/>
            </a:avLst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3511296" y="3840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Sentiment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26864" y="3840480"/>
            <a:ext cx="1005840" cy="292608"/>
          </a:xfrm>
          <a:prstGeom prst="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626864" y="3840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Aggregator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42432" y="3840480"/>
            <a:ext cx="1005840" cy="292608"/>
          </a:xfrm>
          <a:prstGeom prst="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5742432" y="3840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Eval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53512" y="4270248"/>
            <a:ext cx="1005840" cy="292608"/>
          </a:xfrm>
          <a:prstGeom prst="rect">
            <a:avLst>
              <a:gd name="adj" fmla="val 15625"/>
            </a:avLst>
          </a:prstGeom>
          <a:solidFill>
            <a:srgbClr val="DB2777"/>
          </a:solidFill>
          <a:ln/>
        </p:spPr>
      </p:sp>
      <p:sp>
        <p:nvSpPr>
          <p:cNvPr id="15" name="Text 12"/>
          <p:cNvSpPr/>
          <p:nvPr/>
        </p:nvSpPr>
        <p:spPr>
          <a:xfrm>
            <a:off x="2953512" y="4270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Backtest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069080" y="4270248"/>
            <a:ext cx="1005840" cy="292608"/>
          </a:xfrm>
          <a:prstGeom prst="rect">
            <a:avLst>
              <a:gd name="adj" fmla="val 15625"/>
            </a:avLst>
          </a:prstGeom>
          <a:solidFill>
            <a:srgbClr val="EA580C"/>
          </a:solidFill>
          <a:ln/>
        </p:spPr>
      </p:sp>
      <p:sp>
        <p:nvSpPr>
          <p:cNvPr id="17" name="Text 14"/>
          <p:cNvSpPr/>
          <p:nvPr/>
        </p:nvSpPr>
        <p:spPr>
          <a:xfrm>
            <a:off x="4069080" y="4270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Dashboard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84648" y="4270248"/>
            <a:ext cx="1005840" cy="292608"/>
          </a:xfrm>
          <a:prstGeom prst="rect">
            <a:avLst>
              <a:gd name="adj" fmla="val 15625"/>
            </a:avLst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5184648" y="4270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Notify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模块归属（M6 + M7 Week 2 末再分）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3891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负责人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核心交付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 + M3 + 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打分质量闭环：prompt → 聚合 → 评测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M1（暂时）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 ≥40 条 RawPost，ManualScraper 兜底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QBW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Backtest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天 IC + 事件研究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待定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 + M7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+ Notify（Week 2 末再分）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关键设计决策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模块能并行的两条腿：端口解耦 + 协议确定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端口解耦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模块之间不互相 import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只走 JSON 文件 / SQLite 传递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模块间无 Python import 依赖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接口冻结后，内部实现随便改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个模块的并行排期靠这个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393192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协议确定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份数据契约 + 4 个红线文件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RawPost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M1 → M2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ScoredPost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M2 → M3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DailyMetric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M3 → SQLite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红线：models.py / prompts.yaml / watchlist.yaml / daily_run.py — 改前群里 +1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26060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33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 comment 分开打分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XHS 上常常情绪相反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4160520"/>
            <a:ext cx="26060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4233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is_relevant 门控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宽 keyword 噪声实测 ~50%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4160520"/>
            <a:ext cx="26060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233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反讽 ≥70% 才上线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兜底，不达标不发布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协作流程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怎么不炸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0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 &amp;&amp; git pull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feat/m2-sentiment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...写代码...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src/sentiment/engine.py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"M2: first happy path"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feat/m2-sentiment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 网页发，按模板 4 问填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2801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永远不直推 main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所有改动走 feature 分支 + PR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148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核心文件改前群里 +1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 / prompts.yaml / watchlist.yaml / daily_run.py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0175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模块边界不越界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谁的模块谁写测试，不要改别人的目录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3886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描述按模板 4 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改了什么 / happy path / 核心文件 / pyproject.toml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周演示 · 欢迎角度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这几点都欢迎聊，自由发挥，没卡到的角度跳过没事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060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架构图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自己模块的子架构 · 本周演化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060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5544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进展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对应模块讲，量化结果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0604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5544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To-do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挂钩模块块 + 遇到的卡点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27889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0" y="2788920"/>
            <a:ext cx="260604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30632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688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Token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057400" y="3566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ccusage 数据，看烧在哪儿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7889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788920"/>
            <a:ext cx="2606040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Shape 29"/>
          <p:cNvSpPr/>
          <p:nvPr/>
        </p:nvSpPr>
        <p:spPr>
          <a:xfrm>
            <a:off x="4892040" y="306324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Q&amp;A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37760" y="3566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具体卡点 1-2 个就好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为什么列这五个角度：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 → 进展 → 计划 → 烧在哪 → 卡点，从宏观到细节顺一遍。讲多讲少看心情，vibe-coding 项目不打卡。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周演示 · 欢迎角度 · 1 /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讲自己模块的子架构图（不是顶层 BLUEPRINT），让大家看到你这块怎么搭、本周怎么演化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7269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架构是分层的：顶层 BLUEPRINT 一张总图 + 每个模块自己一张 sub-diagram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重点讲本周这张子图变了哪里、为什么变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顶层 BLUEPRINT 有人动了再单独提，不用每周复述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04672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话术示例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"我这周 M2 内部把 sentiment engine 拆成了 prompt-builder + llm-caller + parser 三块，目的是把 prompt 调优和 LLM 调用解耦 —— 下周横评不同模型时 prompt-builder 这部分不用动。"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周演示 · 欢迎角度 · 2 /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展示产出，同步状态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7269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对应架构图的模块来讲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格式：[模块名] 完成了什么 + 结果如何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04672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话术示例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"M1 采集模块：本周完成了对小红书新接口的适配，抓取成功率从 80% 提升到了 98%。"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周演示 · 欢迎角度 · 3 /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同步下周计划，挂钩到模块块 + 本周遇到的卡点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7269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挂到具体模块（M1-M7），讲想推进到哪一步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顺带说一下踩到了啥卡点 / 担心啥 / 想怎么绕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不用列 Token 预算 —— token 是共享池，不抢不排名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04672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73152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话术示例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"下周继续推 M2 sentiment engine，想把 prompt 在反讽子集上准确率从 65% 提到 75%。担心的是 GPT-4o-mini 对反讽可能就这天花板了，如果不行就上 Sonnet 横评对比。"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用量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周演示 · 欢迎角度 · 4 /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花费 ≈ 这周投入的粗略指标 — 看大家精力砸在哪个模块、哪个任务上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7269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数据来源：ccusage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自己烧得多 / 少在哪个模块、哪个任务上，有没有意外发现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注意：token 反映投入不等于产出（试错、重跑也烧），但作为"这周做了多少事"的粗看够用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04672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73152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话术示例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"本周 M2 prompt 调优跑了好几轮，大概 120k；意外发现 vision 调用单价比纯文本贵 3x，下次准备先在文本-only 上 iterate 收敛了再上图。"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周演示 · 欢迎角度 · 5 /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3258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解决卡点 — 只针对本周遇到的实际问题讨论，不做开放式建议征询、不发散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7269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提前准备 1-2 个具体卡住的问题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描述清楚：已经尝试过什么、卡在哪、自己的备选方案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没卡点直接跳过，比硬凑话题好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04672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91840"/>
            <a:ext cx="73152" cy="1554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话术示例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"本周 M2 跑评论打分时，LLM 偶尔返回非 JSON 字符串，目前是 try/except 兜底，命中率约 3%。想问一下大家有没有更稳的 prompt 收敛方法。"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rednote_monitor 项目启动会</dc:title>
  <dc:subject>PptxGenJS Presentation</dc:subject>
  <dc:creator>LELE</dc:creator>
  <cp:lastModifiedBy>LELE</cp:lastModifiedBy>
  <cp:revision>1</cp:revision>
  <dcterms:created xsi:type="dcterms:W3CDTF">2026-05-19T19:47:09Z</dcterms:created>
  <dcterms:modified xsi:type="dcterms:W3CDTF">2026-05-19T19:47:09Z</dcterms:modified>
</cp:coreProperties>
</file>