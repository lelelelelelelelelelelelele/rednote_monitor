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371600"/>
            <a:ext cx="3657600" cy="3657600"/>
          </a:xfrm>
          <a:prstGeom prst="ellipse">
            <a:avLst/>
          </a:prstGeom>
          <a:solidFill>
            <a:srgbClr val="CADCFC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097280" y="3474720"/>
            <a:ext cx="2286000" cy="2286000"/>
          </a:xfrm>
          <a:prstGeom prst="ellipse">
            <a:avLst/>
          </a:prstGeom>
          <a:solidFill>
            <a:srgbClr val="CADCFC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46304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工具使用指南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让团队少烧时间，多攒判断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43891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2026.05.20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4754880"/>
            <a:ext cx="2286000" cy="36576"/>
          </a:xfrm>
          <a:prstGeom prst="rect">
            <a:avLst/>
          </a:prstGeom>
          <a:solidFill>
            <a:srgbClr val="CADCFC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这份指南讲什么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工具用对了，时间就花在判断和设计上，不在重复劳动上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260604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325880"/>
            <a:ext cx="2606040" cy="73152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0" y="1581912"/>
            <a:ext cx="457200" cy="45720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581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80160" y="161848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工作流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219456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命令集 + 分支规则 + PR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2724912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p3-6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00400" y="1325880"/>
            <a:ext cx="260604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00400" y="1325880"/>
            <a:ext cx="260604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4" name="Shape 12"/>
          <p:cNvSpPr/>
          <p:nvPr/>
        </p:nvSpPr>
        <p:spPr>
          <a:xfrm>
            <a:off x="3383280" y="1581912"/>
            <a:ext cx="457200" cy="45720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3383280" y="1581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931920" y="161848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DevSidecar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383280" y="219456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timeout？一键加速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383280" y="2724912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p7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852160" y="1325880"/>
            <a:ext cx="260604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852160" y="1325880"/>
            <a:ext cx="2606040" cy="7315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1" name="Shape 19"/>
          <p:cNvSpPr/>
          <p:nvPr/>
        </p:nvSpPr>
        <p:spPr>
          <a:xfrm>
            <a:off x="6035040" y="1581912"/>
            <a:ext cx="457200" cy="45720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2" name="Text 20"/>
          <p:cNvSpPr/>
          <p:nvPr/>
        </p:nvSpPr>
        <p:spPr>
          <a:xfrm>
            <a:off x="6035040" y="1581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583680" y="161848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PR 扩展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035040" y="219456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VSCode 里直接 review PR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035040" y="2724912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p8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48640" y="3154680"/>
            <a:ext cx="260604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48640" y="3154680"/>
            <a:ext cx="2606040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8" name="Shape 26"/>
          <p:cNvSpPr/>
          <p:nvPr/>
        </p:nvSpPr>
        <p:spPr>
          <a:xfrm>
            <a:off x="731520" y="3410712"/>
            <a:ext cx="457200" cy="45720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29" name="Text 27"/>
          <p:cNvSpPr/>
          <p:nvPr/>
        </p:nvSpPr>
        <p:spPr>
          <a:xfrm>
            <a:off x="731520" y="34107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280160" y="344728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CC Usage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31520" y="402336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知道 Token 烧在哪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31520" y="4553712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p9-10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00400" y="3154680"/>
            <a:ext cx="260604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00400" y="3154680"/>
            <a:ext cx="2606040" cy="73152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5" name="Shape 33"/>
          <p:cNvSpPr/>
          <p:nvPr/>
        </p:nvSpPr>
        <p:spPr>
          <a:xfrm>
            <a:off x="3383280" y="3410712"/>
            <a:ext cx="457200" cy="45720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36" name="Text 34"/>
          <p:cNvSpPr/>
          <p:nvPr/>
        </p:nvSpPr>
        <p:spPr>
          <a:xfrm>
            <a:off x="3383280" y="34107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3931920" y="344728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pptx skill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3383280" y="402336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 AI 写 PPT 代码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3383280" y="4553712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p11-13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852160" y="3154680"/>
            <a:ext cx="260604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5852160" y="3154680"/>
            <a:ext cx="2606040" cy="73152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2" name="Shape 40"/>
          <p:cNvSpPr/>
          <p:nvPr/>
        </p:nvSpPr>
        <p:spPr>
          <a:xfrm>
            <a:off x="6035040" y="3410712"/>
            <a:ext cx="457200" cy="45720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43" name="Text 41"/>
          <p:cNvSpPr/>
          <p:nvPr/>
        </p:nvSpPr>
        <p:spPr>
          <a:xfrm>
            <a:off x="6035040" y="34107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6583680" y="344728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提示词速查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6035040" y="402336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给 Claude Code 的真实工作流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035040" y="4553712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p14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极简工作流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（1/4）为什么必须学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3840480" cy="2743200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554480"/>
            <a:ext cx="34747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</a:rPr>
              <a:t>没有版本控制的痛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· 文件叫 final_v2_真的final_不改了.docx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· 谁改了哪行、为什么改，找不到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· 三人同时改，覆盖来覆盖去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754880" y="1371600"/>
            <a:ext cx="3840480" cy="2743200"/>
          </a:xfrm>
          <a:prstGeom prst="rect">
            <a:avLst/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0" y="1554480"/>
            <a:ext cx="34747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A34A"/>
                </a:solidFill>
              </a:rPr>
              <a:t>Git 解决什么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· 时光机：回到任何历史版本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· 协作：三人并行，自动合并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· 问责：谁写的、何时写的，清清楚楚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极简工作流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（2/4）5 个够用命令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5029200" cy="329184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417320"/>
            <a:ext cx="46634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克隆项目（第一次）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5B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https://github.com/xxx/xxx.git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拉最新代码（每次开干前）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5B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pull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看改了什么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5B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status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4. 提交改动（add → commit → push）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5B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add 文件名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5B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commit -m "描述你改了什么"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5B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push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5. 起分支（不要直接推 main）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5B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checkout -b feat/功能名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852160" y="1280160"/>
            <a:ext cx="2743200" cy="329184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8" name="Text 6"/>
          <p:cNvSpPr/>
          <p:nvPr/>
        </p:nvSpPr>
        <p:spPr>
          <a:xfrm>
            <a:off x="6035040" y="1463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记不住？记这张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035040" y="192024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pull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035040" y="221284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35040" y="250545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改代码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035040" y="279806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35040" y="30906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add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035040" y="33832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035040" y="367588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commit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35040" y="396849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035040" y="426110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push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极简工作流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（3/4）分支规则和常见坑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280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分支命名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feat/新功能  →  新功能开发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fix/bug描述  →  修 bug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docs/文档名  →  改文档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0" y="12801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黄金规则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0" y="160020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永远不直推 main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0" y="187452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每次开干前先 git pull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0" y="214884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相关文件一起 commit，不要攒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0" y="242316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push 不上？先 pull 再 push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29260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常见坑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246120"/>
          <a:ext cx="8046720" cy="1463040"/>
        </p:xfrm>
        <a:graphic>
          <a:graphicData uri="http://schemas.openxmlformats.org/drawingml/2006/table">
            <a:tbl>
              <a:tblPr/>
              <a:tblGrid>
                <a:gridCol w="2286000"/>
                <a:gridCol w="2743200"/>
                <a:gridCol w="30175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现象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原因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解决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push 被拒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main 有更新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先 pull，再 push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冲突了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两人改了同一行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手动选要哪边，再 commit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忘了起分支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直接改了 main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git stash → 起分支 → git stash pop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极简工作流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（4/4）Pull Request 工作流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8046720" cy="502920"/>
          </a:xfrm>
          <a:prstGeom prst="rect">
            <a:avLst/>
          </a:prstGeom>
          <a:solidFill>
            <a:srgbClr val="F8FA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28016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为什么走 PR：</a:t>
            </a:r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不直推 main（改坏全员炸）+ 一次 review 机会 + 改动留痕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18745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方式 A：网页（推荐新手）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2194560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push 完去 GitHub 首页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2450592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黄色横条 "Compare &amp; pull request"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2706624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模板自动加载，填 4 个问题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2962656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Create → Merge → 本地 git pull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663440" y="18745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方式 B：gh CLI（更快）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663440" y="2194560"/>
            <a:ext cx="3931920" cy="10515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4" name="Text 12"/>
          <p:cNvSpPr/>
          <p:nvPr/>
        </p:nvSpPr>
        <p:spPr>
          <a:xfrm>
            <a:off x="4800600" y="228600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自动用模板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5B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gh pr create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5B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gh pr view --web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5B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gh pr merge --squash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48640" y="33832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本项目 PR 模板的 4 个问题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703320"/>
            <a:ext cx="1920240" cy="640080"/>
          </a:xfrm>
          <a:prstGeom prst="rect">
            <a:avLst/>
          </a:prstGeom>
          <a:solidFill>
            <a:srgbClr val="F8FA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37490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</a:rPr>
              <a:t>1. 改了什么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模块 + 文件 + 一句话目的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560320" y="3703320"/>
            <a:ext cx="1920240" cy="640080"/>
          </a:xfrm>
          <a:prstGeom prst="rect">
            <a:avLst/>
          </a:prstGeom>
          <a:solidFill>
            <a:srgbClr val="F8FA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651760" y="37490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</a:rPr>
              <a:t>2. Happy path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跑过没？贴 1 行输出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0" y="3703320"/>
            <a:ext cx="1920240" cy="640080"/>
          </a:xfrm>
          <a:prstGeom prst="rect">
            <a:avLst/>
          </a:prstGeom>
          <a:solidFill>
            <a:srgbClr val="F8FA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37490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</a:rPr>
              <a:t>3. 核心文件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动过 4 个受保护文件没？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583680" y="3703320"/>
            <a:ext cx="1920240" cy="640080"/>
          </a:xfrm>
          <a:prstGeom prst="rect">
            <a:avLst/>
          </a:prstGeom>
          <a:solidFill>
            <a:srgbClr val="F8FA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75120" y="37490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</a:rPr>
              <a:t>4. pyproject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加依赖没？列包名 + 原因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" y="4480560"/>
            <a:ext cx="8046720" cy="502920"/>
          </a:xfrm>
          <a:prstGeom prst="rect">
            <a:avLst/>
          </a:prstGeom>
          <a:solidFill>
            <a:srgbClr val="FEF2F2"/>
          </a:solidFill>
          <a:ln w="15240">
            <a:solidFill>
              <a:srgbClr val="DC262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452628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红线：</a:t>
            </a:r>
            <a:pPr indent="0" marL="0">
              <a:buNone/>
            </a:pPr>
            <a:r>
              <a:rPr lang="en-US" sz="1000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 models.py / prompts.yaml / watchlist.yaml / daily_run.py → 群里 +1，CODEOWNERS 强制 cross-check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实用工具推荐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DevSidecar — 解决 GitHub 网络问题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8046720" cy="731520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4630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问题：git push / git clone 连不上 GitHub，报错 timeout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特点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2651760"/>
            <a:ext cx="80467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桌面软件，Windows / Mac / Linux 都支持</a:t>
            </a:r>
            <a:pPr indent="0" marL="0">
              <a:lnSpc>
                <a:spcPts val="2200"/>
              </a:lnSpc>
              <a:buNone/>
            </a:pP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点击"一键加速"，系统全局生效</a:t>
            </a:r>
            <a:pPr indent="0" marL="0">
              <a:lnSpc>
                <a:spcPts val="2200"/>
              </a:lnSpc>
              <a:buNone/>
            </a:pP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命令行里的 git push 也能走加速通道</a:t>
            </a:r>
            <a:pPr indent="0" marL="0">
              <a:lnSpc>
                <a:spcPts val="2200"/>
              </a:lnSpc>
              <a:buNone/>
            </a:pP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同时还加速 npm、pip、Stack Overflow 等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4389120"/>
            <a:ext cx="8046720" cy="548640"/>
          </a:xfrm>
          <a:prstGeom prst="rect">
            <a:avLst/>
          </a:prstGeom>
          <a:solidFill>
            <a:srgbClr val="F8FA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443484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适用：git clone 大型仓库、pip/npm install、GitHub Release 下载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实用工具推荐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Pull Requests — 在 VSCode 里搞定 PR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8046720" cy="731520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4630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问题：在 GitHub 网页和编辑器之间来回切换看 PR、写评论，效率低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特点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2651760"/>
            <a:ext cx="80467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VSCode 官方扩展（微软 / GitHub 出品），侧边栏直接看 PR / Issue 列表</a:t>
            </a:r>
            <a:pPr indent="0" marL="0">
              <a:lnSpc>
                <a:spcPts val="2200"/>
              </a:lnSpc>
              <a:buNone/>
            </a:pP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在编辑器里 review 代码、写行内评论、resolve conversation</a:t>
            </a:r>
            <a:pPr indent="0" marL="0">
              <a:lnSpc>
                <a:spcPts val="2200"/>
              </a:lnSpc>
              <a:buNone/>
            </a:pP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一键 checkout 别人的 PR 分支，调完直接 push</a:t>
            </a:r>
            <a:pPr indent="0" marL="0">
              <a:lnSpc>
                <a:spcPts val="2200"/>
              </a:lnSpc>
              <a:buNone/>
            </a:pP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评论实时弹通知，自动识别 pull_request_template.md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4389120"/>
            <a:ext cx="8046720" cy="548640"/>
          </a:xfrm>
          <a:prstGeom prst="rect">
            <a:avLst/>
          </a:prstGeom>
          <a:solidFill>
            <a:srgbClr val="F8FA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443484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适用：日常 review 同事 PR、起 PR 填模板、处理 review comments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CC Usage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（1/2）Token 是什么，为什么要统计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8046720" cy="1463040"/>
          </a:xfrm>
          <a:prstGeom prst="rect">
            <a:avLst/>
          </a:prstGeom>
          <a:solidFill>
            <a:srgbClr val="F8FAFC"/>
          </a:solidFill>
          <a:ln w="19050">
            <a:solidFill>
              <a:srgbClr val="CADCF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55448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</a:rPr>
              <a:t>Token = AI 模型的计费单位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· 不是字数，是模型处理文本时的最小单元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· 英文约 1 token ≈ 0.75 个单词  |  中文约 1 token ≈ 0.5 个汉字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· 输入和输出都计费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31089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为什么要监控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3520440"/>
            <a:ext cx="164592" cy="16459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3520440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22960" y="3502152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调用按 token 计费，烧多了直接体现在账单上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3931920"/>
            <a:ext cx="164592" cy="16459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931920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22960" y="3913632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知道钱花在哪 = 知道时间花在哪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343400"/>
            <a:ext cx="164592" cy="16459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4343400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22960" y="4325112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发现异常消耗（死循环调用、重复请求）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CC Usage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（2/2）用法和省钱技巧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4114800" cy="21945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417320"/>
            <a:ext cx="3749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安装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5B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install -g ccusage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常用命令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5B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ccusage today          # 今天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5B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ccusage week           # 本周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5B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ccusage by-model       # 按模型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5B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ccusage by-project     # 按项目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5B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ccusage export --csv   # 导出报表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937760" y="1280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省钱实操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937760" y="1645920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4937760" y="1645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349240" y="16459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开发期用便宜模型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349240" y="18745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GPT-4o-mini 调试，好了再上贵的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937760" y="2148840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4937760" y="2148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349240" y="21488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上下文只放必要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349240" y="23774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历史对话太长会累积计费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937760" y="2651760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4937760" y="2651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349240" y="26517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批量处理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349240" y="28803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批量比单条循环省 token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937760" y="3154680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1" name="Text 19"/>
          <p:cNvSpPr/>
          <p:nvPr/>
        </p:nvSpPr>
        <p:spPr>
          <a:xfrm>
            <a:off x="4937760" y="3154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349240" y="31546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定期看一眼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349240" y="33832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ccusage week，异常早发现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辅助做 PPT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（1/2）工作流对比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8046720" cy="2286000"/>
        </p:xfrm>
        <a:graphic>
          <a:graphicData uri="http://schemas.openxmlformats.org/drawingml/2006/table">
            <a:tbl>
              <a:tblPr/>
              <a:tblGrid>
                <a:gridCol w="1371600"/>
                <a:gridCol w="3200400"/>
                <a:gridCol w="34747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步骤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传统做法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辅助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写大纲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自己想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告诉 AI 主题 + 受众，生成大纲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写内容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逐页敲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按大纲扩写要点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排版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手动调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Markdown / 文本 → 自动生成 PPT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美化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找模板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建议配色、配图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3931920"/>
            <a:ext cx="8046720" cy="822960"/>
          </a:xfrm>
          <a:prstGeom prst="rect">
            <a:avLst/>
          </a:prstGeom>
          <a:solidFill>
            <a:srgbClr val="F8FAFC"/>
          </a:solidFill>
          <a:ln w="19050">
            <a:solidFill>
              <a:srgbClr val="CADCF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" y="406908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</a:rPr>
              <a:t>核心公式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给 AI 的指令 = 主题 + 受众 + 页数 + 风格 + 特殊要求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辅助做 PPT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（2/2）实操步骤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39319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508760"/>
            <a:ext cx="731520" cy="256032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50876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554480" y="1508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生成大纲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187452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给 AI 主题 + 受众 + 页数 + 风格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输出结构化的每页标题和要点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1371600"/>
            <a:ext cx="39319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846320" y="1508760"/>
            <a:ext cx="731520" cy="256032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4846320" y="150876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669280" y="1508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扩写内容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846320" y="187452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把大纲每页丢给 AI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要求扩写成 bullet points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3291840"/>
            <a:ext cx="39319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31520" y="3429000"/>
            <a:ext cx="731520" cy="256032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342900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554480" y="3429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生成 PPT 文件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31520" y="379476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Claude Code pptx skill（推荐，下页详讲）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或在线工具（Gamma、Tome）导入 Markdown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663440" y="3291840"/>
            <a:ext cx="39319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846320" y="3429000"/>
            <a:ext cx="731520" cy="256032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/>
          <p:nvPr/>
        </p:nvSpPr>
        <p:spPr>
          <a:xfrm>
            <a:off x="4846320" y="342900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669280" y="3429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人工润色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846320" y="379476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AI 生成的是骨架，数据必须自己核对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关键结论和数字，人工 double-check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配色和字体按公司规范调整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重点：pptx skill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内置技能，代码即 PPT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8046720" cy="502920"/>
          </a:xfrm>
          <a:prstGeom prst="rect">
            <a:avLst/>
          </a:prstGeom>
          <a:solidFill>
            <a:srgbClr val="F5F3FF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23444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</a:t>
            </a:r>
            <a:pPr indent="0" marL="0">
              <a:buNone/>
            </a:pPr>
            <a:r>
              <a:rPr lang="en-US" sz="1300" b="1" dirty="0">
                <a:solidFill>
                  <a:srgbClr val="5B21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Meta：你现在看的这份 PPT，就是 pptx skill 生成的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8288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工作流（4 步全自动）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194560"/>
            <a:ext cx="274320" cy="27432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194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14400" y="219456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outline.md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468880" y="219456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文字大纲（自己写或 AI 先写）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2697480"/>
            <a:ext cx="274320" cy="27432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697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269748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gen.js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468880" y="269748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写 pptxgenjs 代码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200400"/>
            <a:ext cx="274320" cy="27432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200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14400" y="32004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node gen.js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468880" y="320040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输出 .pptx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3703320"/>
            <a:ext cx="274320" cy="27432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3703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14400" y="3703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convert→pdf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468880" y="370332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PowerShell 一键转 PDF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4434840"/>
            <a:ext cx="3931920" cy="502920"/>
          </a:xfrm>
          <a:prstGeom prst="rect">
            <a:avLst/>
          </a:prstGeom>
          <a:solidFill>
            <a:srgbClr val="F8FA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4805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触发：</a:t>
            </a:r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对话里说"帮我做份 XX 主题的 PPT"  或  /pptx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663440" y="18288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和 Gamma / Tome 比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2148840"/>
          <a:ext cx="3931920" cy="2103120"/>
        </p:xfrm>
        <a:graphic>
          <a:graphicData uri="http://schemas.openxmlformats.org/drawingml/2006/table">
            <a:tbl>
              <a:tblPr/>
              <a:tblGrid>
                <a:gridCol w="731520"/>
                <a:gridCol w="1463040"/>
                <a:gridCol w="1737360"/>
              </a:tblGrid>
              <a:tr h="350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维度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Gamma/Tome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pptx skill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C3AED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输出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在线网页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.pptx 文件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改稿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网页编辑器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改源文件，可 diff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版本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无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git 留痕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风格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选模板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任意自定义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离线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导出带水印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原生 pptx+pdf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8" name="Shape 25"/>
          <p:cNvSpPr/>
          <p:nvPr/>
        </p:nvSpPr>
        <p:spPr>
          <a:xfrm>
            <a:off x="4663440" y="4434840"/>
            <a:ext cx="3931920" cy="502920"/>
          </a:xfrm>
          <a:prstGeom prst="rect">
            <a:avLst/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800600" y="44805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1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适合：</a:t>
            </a:r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团队周报、系列汇报（git 管、可复用）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提示词速查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直接复制给 Claude Code 用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8046720" cy="457200"/>
          </a:xfrm>
          <a:prstGeom prst="rect">
            <a:avLst/>
          </a:prstGeom>
          <a:solidFill>
            <a:srgbClr val="FDF2F8"/>
          </a:solidFill>
          <a:ln w="15240">
            <a:solidFill>
              <a:srgbClr val="EC489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23444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前提：</a:t>
            </a:r>
            <a:pPr indent="0" marL="0">
              <a:buNone/>
            </a:pPr>
            <a:r>
              <a:rPr lang="en-US" sz="1100" dirty="0">
                <a:solidFill>
                  <a:srgbClr val="9F1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项目根有 CLAUDE.md，Claude Code 会自动加载，提示词里不用重复项目背景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39319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783080"/>
            <a:ext cx="393192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920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51560" y="192024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起分支 + 干活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85800" y="2240280"/>
            <a:ext cx="3657600" cy="850392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228600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我要开始做 M2 sentiment engine。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按 CLAUDE.md 的规范起分支，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实现 src/sentiment/engine.py 的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happy path。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663440" y="1783080"/>
            <a:ext cx="39319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63440" y="1783080"/>
            <a:ext cx="393192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5" name="Text 13"/>
          <p:cNvSpPr/>
          <p:nvPr/>
        </p:nvSpPr>
        <p:spPr>
          <a:xfrm>
            <a:off x="4800600" y="1920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166360" y="192024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写 commit message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800600" y="2240280"/>
            <a:ext cx="3657600" cy="850392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8" name="Text 16"/>
          <p:cNvSpPr/>
          <p:nvPr/>
        </p:nvSpPr>
        <p:spPr>
          <a:xfrm>
            <a:off x="4892040" y="228600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看一下 git status 和 git diff，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按本项目风格（中文、模块前缀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如 "M2:"、简洁）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帮我写 commit message。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48640" y="3310128"/>
            <a:ext cx="39319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48640" y="3310128"/>
            <a:ext cx="393192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4472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51560" y="3447288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发 PR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85800" y="3767328"/>
            <a:ext cx="3657600" cy="850392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4" name="Text 22"/>
          <p:cNvSpPr/>
          <p:nvPr/>
        </p:nvSpPr>
        <p:spPr>
          <a:xfrm>
            <a:off x="777240" y="381304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diff main 看一下，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按 .github/pull_request_template.md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的 4 个问题生成 PR 描述。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Happy path：OK, 1 row written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663440" y="3310128"/>
            <a:ext cx="39319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663440" y="3310128"/>
            <a:ext cx="393192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800600" y="34472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5166360" y="3447288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diff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800600" y="3767328"/>
            <a:ext cx="3657600" cy="850392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0" name="Text 28"/>
          <p:cNvSpPr/>
          <p:nvPr/>
        </p:nvSpPr>
        <p:spPr>
          <a:xfrm>
            <a:off x="4892040" y="381304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review 这个 diff，重点：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越界改了别人模块？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动了 4 个核心文件？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契约对得上 BLUEPRINT § 三？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48640" y="48006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关键：Claude Code 自动 Read CLAUDE.md / BLUEPRINT.md / PR 模板，不用每次重述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快速上手清单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这周就能用起来的 3 件事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2651760" cy="20116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371600"/>
            <a:ext cx="2651760" cy="914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7" name="Shape 5"/>
          <p:cNvSpPr/>
          <p:nvPr/>
        </p:nvSpPr>
        <p:spPr>
          <a:xfrm>
            <a:off x="1508760" y="1645920"/>
            <a:ext cx="731520" cy="73152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8" name="Text 6"/>
          <p:cNvSpPr/>
          <p:nvPr/>
        </p:nvSpPr>
        <p:spPr>
          <a:xfrm>
            <a:off x="1508760" y="16459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48640" y="24688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27889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把当前项目 init 了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每天下班前 commit 一次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37560" y="1371600"/>
            <a:ext cx="2651760" cy="20116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37560" y="1371600"/>
            <a:ext cx="2651760" cy="9144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3" name="Shape 11"/>
          <p:cNvSpPr/>
          <p:nvPr/>
        </p:nvSpPr>
        <p:spPr>
          <a:xfrm>
            <a:off x="4297680" y="1645920"/>
            <a:ext cx="731520" cy="7315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4" name="Text 12"/>
          <p:cNvSpPr/>
          <p:nvPr/>
        </p:nvSpPr>
        <p:spPr>
          <a:xfrm>
            <a:off x="4297680" y="16459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337560" y="24688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CC Usage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474720" y="27889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装完跑 ccusage today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建立 baseline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26480" y="1371600"/>
            <a:ext cx="2651760" cy="20116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0" y="1371600"/>
            <a:ext cx="2651760" cy="914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9" name="Shape 17"/>
          <p:cNvSpPr/>
          <p:nvPr/>
        </p:nvSpPr>
        <p:spPr>
          <a:xfrm>
            <a:off x="7086600" y="1645920"/>
            <a:ext cx="731520" cy="73152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20" name="Text 18"/>
          <p:cNvSpPr/>
          <p:nvPr/>
        </p:nvSpPr>
        <p:spPr>
          <a:xfrm>
            <a:off x="7086600" y="16459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6126480" y="24688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pptx skill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263640" y="27889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下次汇报前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 Claude Code 给你出一版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3520440"/>
            <a:ext cx="8046720" cy="502920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1520" y="356616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碰到具体问题装这两个：</a:t>
            </a:r>
            <a:pPr indent="0" marL="0">
              <a:buNone/>
            </a:pPr>
            <a:r>
              <a:rPr lang="en-US" sz="1100" dirty="0">
                <a:solidFill>
                  <a:srgbClr val="783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timeout → DevSidecar  |  网页和编辑器来回切看 PR → GitHub Pull Requests 扩展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" y="4160520"/>
            <a:ext cx="80467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2519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</a:rPr>
              <a:t>进阶路线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Week 1：Git 基础循环 + 装好辅助工具  →  Week 2：看懂 CC Usage 报告  →  Week 3：用 pptx skill 完成一份完整汇报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371600"/>
            <a:ext cx="3657600" cy="3657600"/>
          </a:xfrm>
          <a:prstGeom prst="ellipse">
            <a:avLst/>
          </a:prstGeom>
          <a:solidFill>
            <a:srgbClr val="CADCFC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097280" y="3474720"/>
            <a:ext cx="2286000" cy="2286000"/>
          </a:xfrm>
          <a:prstGeom prst="ellipse">
            <a:avLst/>
          </a:prstGeom>
          <a:solidFill>
            <a:srgbClr val="CADCFC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6459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开始用吧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731520" y="2560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工欲善其事，必先利其器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43891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有问题随时问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4754880"/>
            <a:ext cx="2286000" cy="36576"/>
          </a:xfrm>
          <a:prstGeom prst="rect">
            <a:avLst/>
          </a:prstGeom>
          <a:solidFill>
            <a:srgbClr val="CADCFC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工具使用指南</dc:title>
  <dc:subject>PptxGenJS Presentation</dc:subject>
  <dc:creator>LELE</dc:creator>
  <cp:lastModifiedBy>LELE</cp:lastModifiedBy>
  <cp:revision>1</cp:revision>
  <dcterms:created xsi:type="dcterms:W3CDTF">2026-05-21T16:22:18Z</dcterms:created>
  <dcterms:modified xsi:type="dcterms:W3CDTF">2026-05-21T16:22:18Z</dcterms:modified>
</cp:coreProperties>
</file>