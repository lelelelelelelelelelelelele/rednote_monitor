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286000" cy="22860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工具使用指南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CC Usage · PPT 技能分享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为什么写这份指南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ect">
            <a:avLst/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团队现状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3 人协作，项目节奏快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部分同学较少接触 AI 工具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用好工具 = 把时间花在判断上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三个核心场景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1. Git — 代码协作不炸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2. CC Usage — 花明白钱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3. AI 做 PPT — 汇报快速产出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极简工作流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（1/3）为什么必须学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没有版本控制的痛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文件叫 final_v2_真的final_不改了.docx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谁改了哪行、为什么改，找不到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三人同时改，覆盖来覆盖去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Git 解决什么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时光机：回到任何历史版本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协作：三人并行，自动合并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问责：谁写的、何时写的，清清楚楚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极简工作流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（2/3）5 个够用命令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02920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克隆项目（第一次）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https://github.com/xxx/xxx.git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拉最新代码（每次开干前）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看改了什么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提交改动（add → commit → push）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文件名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"描述你改了什么"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起分支（不要直接推 main）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feat/功能名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274320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记不住？记这张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920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5054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改代码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968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极简工作流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（3/3）分支规则和常见坑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分支命名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feat/新功能  →  新功能开发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fix/bug描述  →  修 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docs/文档名  →  改文档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黄金规则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00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永远不直推 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874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每次开干前先 git pull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相关文件一起 commit，不要攒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push 不上？先 pull 再 push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常见坑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804672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被拒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有更新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 pull，再 push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冲突了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两人改了同一行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手动选要哪边，再 commit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忘了起分支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直接改了 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stash → 起分支 → git stash pop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Usage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（1/2）Token 是什么，为什么要统计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Token = AI 模型的计费单位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不是字数，是模型处理文本时的最小单元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英文约 1 token ≈ 0.75 个单词  |  中文约 1 token ≈ 0.5 个汉字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· 输入和输出都计费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为什么要监控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5021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调用按 token 计费，烧多了直接体现在账单上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9136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知道钱花在哪 = 知道时间花在哪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发现异常消耗（死循环调用、重复请求）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Usage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（2/2）用法和省钱技巧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11480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ccusage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常用命令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ccusage today          # 今天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ccusage week           # 本周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ccusage by-model       # 按模型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ccusage by-project     # 按项目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ccusage export --csv   # 导出报表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省钱实操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开发期用便宜模型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调试，好了再上贵的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1488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上下文只放必要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历史对话太长会累积计费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批量处理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批量比单条循环省 token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1546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定期看一眼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ccusage week，异常早发现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辅助做 PPT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（1/2）工作流对比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辅助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写大纲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自己想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告诉 AI 主题 + 受众，生成大纲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写内容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逐页敲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按大纲扩写要点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手动调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Markdown / 文本 → 自动生成 PPT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美化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找模板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建议配色、配图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核心公式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给 AI 的指令 = 主题 + 受众 + 页数 + 风格 + 特殊要求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辅助做 PPT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（2/2）实操步骤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7315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生成大纲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 AI 主题 + 受众 + 页数 + 风格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输出结构化的每页标题和要点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7315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扩写内容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把大纲每页丢给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要求扩写成 bullet 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29000"/>
            <a:ext cx="7315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29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PPT 文件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Claude Code 的 pptx skill 直接生成 .pptx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或在线工具（Gamma、Tome）导入 Markdown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429000"/>
            <a:ext cx="7315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人工润色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生成的是骨架，数据必须自己核对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关键结论和数字，人工 double-check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配色和字体按公司规范调整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快速上手清单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这周就能用起来的 3 件事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6459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把当前项目 init 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每天下班前 commit 一次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5176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Usage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装完跑 ccusage today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baseline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16459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2788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下次汇报前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 AI 生成大纲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进阶路线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Week 1：熟练 Git 基础循环  →  Week 2：看懂 CC Usage 报告，优化 token 消耗  →  Week 3：独立用 AI 完成 PPT 从大纲到成品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286000" cy="22860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开始用吧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工欲善其事，必先利其器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有问题随时问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工具使用指南</dc:title>
  <dc:subject>PptxGenJS Presentation</dc:subject>
  <dc:creator>LELE</dc:creator>
  <cp:lastModifiedBy>LELE</cp:lastModifiedBy>
  <cp:revision>1</cp:revision>
  <dcterms:created xsi:type="dcterms:W3CDTF">2026-05-20T11:35:24Z</dcterms:created>
  <dcterms:modified xsi:type="dcterms:W3CDTF">2026-05-20T11:35:24Z</dcterms:modified>
</cp:coreProperties>
</file>