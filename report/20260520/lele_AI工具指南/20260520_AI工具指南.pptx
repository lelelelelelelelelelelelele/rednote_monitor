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CADCFC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097280" y="3474720"/>
            <a:ext cx="2286000" cy="2286000"/>
          </a:xfrm>
          <a:prstGeom prst="ellipse">
            <a:avLst/>
          </a:prstGeom>
          <a:solidFill>
            <a:srgbClr val="CADCFC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工具使用指南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· CC Usage · PPT 技能分享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4389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2026.05.20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4754880"/>
            <a:ext cx="2286000" cy="36576"/>
          </a:xfrm>
          <a:prstGeom prst="rect">
            <a:avLst/>
          </a:prstGeom>
          <a:solidFill>
            <a:srgbClr val="CADCFC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为什么写这份指南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3840480" cy="1828800"/>
          </a:xfrm>
          <a:prstGeom prst="rect">
            <a:avLst/>
          </a:prstGeom>
          <a:solidFill>
            <a:srgbClr val="F8FAFC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团队现状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· 3 人协作，项目节奏快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· 部分同学较少接触 AI 工具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· 用好工具 = 把时间花在判断上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840480" cy="1828800"/>
          </a:xfrm>
          <a:prstGeom prst="rect">
            <a:avLst/>
          </a:prstGeom>
          <a:solidFill>
            <a:srgbClr val="F8FAFC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37160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三个核心场景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1. Git — 代码协作不炸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2. CC Usage — 花明白钱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3. AI 做 PPT — 汇报快速产出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极简工作流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（1/3）为什么必须学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840480" cy="274320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554480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没有版本控制的痛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· 文件叫 final_v2_真的final_不改了.docx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· 谁改了哪行、为什么改，找不到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· 三人同时改，覆盖来覆盖去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840480" cy="2743200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554480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</a:rPr>
              <a:t>Git 解决什么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· 时光机：回到任何历史版本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· 协作：三人并行，自动合并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· 问责：谁写的、何时写的，清清楚楚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极简工作流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（2/3）5 个够用命令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5029200" cy="32918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417320"/>
            <a:ext cx="4663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克隆项目（第一次）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https://github.com/xxx/xxx.git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拉最新代码（每次开干前）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pull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看改了什么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status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提交改动（add → commit → push）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文件名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"描述你改了什么"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起分支（不要直接推 main）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-b feat/功能名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852160" y="1280160"/>
            <a:ext cx="2743200" cy="32918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8" name="Text 6"/>
          <p:cNvSpPr/>
          <p:nvPr/>
        </p:nvSpPr>
        <p:spPr>
          <a:xfrm>
            <a:off x="6035040" y="1463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记不住？记这张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035040" y="19202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pull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35040" y="22128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35040" y="250545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改代码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035040" y="279806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35040" y="30906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add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35040" y="33832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35040" y="36758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commit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35040" y="396849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035040" y="42611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push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极简工作流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（3/3）分支规则和常见坑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分支命名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feat/新功能  →  新功能开发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fix/bug描述  →  修 bug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docs/文档名  →  改文档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0" y="1280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黄金规则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0" y="160020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永远不直推 main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0" y="18745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每次开干前先 git pull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0" y="214884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相关文件一起 commit，不要攒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0" y="242316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push 不上？先 pull 再 push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9260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常见坑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46120"/>
          <a:ext cx="8046720" cy="146304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30175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现象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原因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解决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push 被拒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 有更新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 pull，再 push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冲突了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两人改了同一行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手动选要哪边，再 commit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忘了起分支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直接改了 main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stash → 起分支 → git stash pop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实用工具推荐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DevSidecar — 解决 GitHub 网络问题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8046720" cy="73152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630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问题：git push / git clone 连不上 GitHub，报错 timeout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特点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651760"/>
            <a:ext cx="80467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桌面软件，Windows / Mac / Linux 都支持</a:t>
            </a:r>
            <a:pPr indent="0" marL="0">
              <a:lnSpc>
                <a:spcPts val="2200"/>
              </a:lnSpc>
              <a:buNone/>
            </a:pP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点击"一键加速"，系统全局生效</a:t>
            </a:r>
            <a:pPr indent="0" marL="0">
              <a:lnSpc>
                <a:spcPts val="2200"/>
              </a:lnSpc>
              <a:buNone/>
            </a:pP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命令行里的 git push 也能走加速通道</a:t>
            </a:r>
            <a:pPr indent="0" marL="0">
              <a:lnSpc>
                <a:spcPts val="2200"/>
              </a:lnSpc>
              <a:buNone/>
            </a:pP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同时还加速 npm、pip、Stack Overflow 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4389120"/>
            <a:ext cx="8046720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4348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适用：git clone 大型仓库、pip/npm install、GitHub Release 下载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 Usage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（1/2）Token 是什么，为什么要统计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8046720" cy="1463040"/>
          </a:xfrm>
          <a:prstGeom prst="rect">
            <a:avLst/>
          </a:prstGeom>
          <a:solidFill>
            <a:srgbClr val="F8FAFC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55448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Token = AI 模型的计费单位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· 不是字数，是模型处理文本时的最小单元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· 英文约 1 token ≈ 0.75 个单词  |  中文约 1 token ≈ 0.5 个汉字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· 输入和输出都计费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1089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为什么要监控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164592" cy="16459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52044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22960" y="350215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调用按 token 计费，烧多了直接体现在账单上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64592" cy="16459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93192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39136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知道钱花在哪 = 知道时间花在哪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64592" cy="16459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34340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" y="432511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发现异常消耗（死循环调用、重复请求）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 Usage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（2/2）用法和省钱技巧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4114800" cy="21945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417320"/>
            <a:ext cx="3749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安装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-g ccusage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常用命令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ccusage today          # 今天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ccusage week           # 本周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ccusage by-model       # 按模型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ccusage by-project     # 按项目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ccusage export --csv   # 导出报表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93776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省钱实操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937760" y="1645920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349240" y="16459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开发期用便宜模型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49240" y="18745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GPT-4o-mini 调试，好了再上贵的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937760" y="2148840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2148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49240" y="21488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上下文只放必要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49240" y="23774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历史对话太长会累积计费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37760" y="2651760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4937760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349240" y="26517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批量处理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349240" y="28803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批量比单条循环省 token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937760" y="3154680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349240" y="31546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定期看一眼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349240" y="33832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ccusage week，异常早发现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辅助做 PPT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（1/2）工作流对比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046720" cy="2286000"/>
        </p:xfrm>
        <a:graphic>
          <a:graphicData uri="http://schemas.openxmlformats.org/drawingml/2006/table">
            <a:tbl>
              <a:tblPr/>
              <a:tblGrid>
                <a:gridCol w="1371600"/>
                <a:gridCol w="3200400"/>
                <a:gridCol w="34747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步骤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传统做法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辅助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写大纲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自己想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告诉 AI 主题 + 受众，生成大纲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写内容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逐页敲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按大纲扩写要点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排版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手动调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Markdown / 文本 → 自动生成 PPT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美化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找模板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建议配色、配图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931920"/>
            <a:ext cx="8046720" cy="822960"/>
          </a:xfrm>
          <a:prstGeom prst="rect">
            <a:avLst/>
          </a:prstGeom>
          <a:solidFill>
            <a:srgbClr val="F8FAFC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40690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核心公式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给 AI 的指令 = 主题 + 受众 + 页数 + 风格 + 特殊要求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辅助做 PPT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（2/2）实操步骤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9319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508760"/>
            <a:ext cx="731520" cy="25603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5087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554480" y="1508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生成大纲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187452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给 AI 主题 + 受众 + 页数 + 风格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输出结构化的每页标题和要点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371600"/>
            <a:ext cx="39319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1508760"/>
            <a:ext cx="731520" cy="25603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15087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669280" y="1508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扩写内容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187452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把大纲每页丢给 AI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要求扩写成 bullet points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291840"/>
            <a:ext cx="39319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3429000"/>
            <a:ext cx="731520" cy="25603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42900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55448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 PPT 文件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31520" y="379476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Claude Code 的 pptx skill 直接生成 .pptx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或在线工具（Gamma、Tome）导入 Markdown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3291840"/>
            <a:ext cx="39319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46320" y="3429000"/>
            <a:ext cx="731520" cy="25603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342900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66928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人工润色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46320" y="379476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AI 生成的是骨架，数据必须自己核对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关键结论和数字，人工 double-check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配色和字体按公司规范调整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快速上手清单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这周就能用起来的 3 件事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265176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371600"/>
            <a:ext cx="2651760" cy="91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Shape 5"/>
          <p:cNvSpPr/>
          <p:nvPr/>
        </p:nvSpPr>
        <p:spPr>
          <a:xfrm>
            <a:off x="1508760" y="1645920"/>
            <a:ext cx="731520" cy="73152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1508760" y="1645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7889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把当前项目 init 了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每天下班前 commit 一次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1371600"/>
            <a:ext cx="265176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37560" y="1371600"/>
            <a:ext cx="2651760" cy="914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" name="Shape 11"/>
          <p:cNvSpPr/>
          <p:nvPr/>
        </p:nvSpPr>
        <p:spPr>
          <a:xfrm>
            <a:off x="4297680" y="1645920"/>
            <a:ext cx="731520" cy="7315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0" y="1645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337560" y="2468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 Usage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474720" y="27889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装完跑 ccusage today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 baseline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1371600"/>
            <a:ext cx="265176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1371600"/>
            <a:ext cx="2651760" cy="91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Shape 17"/>
          <p:cNvSpPr/>
          <p:nvPr/>
        </p:nvSpPr>
        <p:spPr>
          <a:xfrm>
            <a:off x="7086600" y="1645920"/>
            <a:ext cx="731520" cy="7315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0" name="Text 18"/>
          <p:cNvSpPr/>
          <p:nvPr/>
        </p:nvSpPr>
        <p:spPr>
          <a:xfrm>
            <a:off x="7086600" y="1645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126480" y="2468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263640" y="27889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下次汇报前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先用 AI 生成大纲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3657600"/>
            <a:ext cx="80467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379476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进阶路线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Week 1：熟练 Git 基础循环  →  Week 2：看懂 CC Usage 报告，优化 token 消耗  →  Week 3：独立用 AI 完成 PPT 从大纲到成品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CADCFC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097280" y="3474720"/>
            <a:ext cx="2286000" cy="2286000"/>
          </a:xfrm>
          <a:prstGeom prst="ellipse">
            <a:avLst/>
          </a:prstGeom>
          <a:solidFill>
            <a:srgbClr val="CADCFC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459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开始用吧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工欲善其事，必先利其器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4389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有问题随时问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4754880"/>
            <a:ext cx="2286000" cy="36576"/>
          </a:xfrm>
          <a:prstGeom prst="rect">
            <a:avLst/>
          </a:prstGeom>
          <a:solidFill>
            <a:srgbClr val="CADCFC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工具使用指南</dc:title>
  <dc:subject>PptxGenJS Presentation</dc:subject>
  <dc:creator>LELE</dc:creator>
  <cp:lastModifiedBy>LELE</cp:lastModifiedBy>
  <cp:revision>1</cp:revision>
  <dcterms:created xsi:type="dcterms:W3CDTF">2026-05-21T15:53:56Z</dcterms:created>
  <dcterms:modified xsi:type="dcterms:W3CDTF">2026-05-21T15:53:56Z</dcterms:modified>
</cp:coreProperties>
</file>