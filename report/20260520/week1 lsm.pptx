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rednote_monitor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进度汇报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小红书股票情绪监控系统 — 对指定 ticker 的相关帖子进行多模态情绪打分，辅助交易决策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核心目标：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对小红书上指定 ticker 的相关帖子进行多模态情绪打分，日度聚合输出“乐观/悲观”和“讨论量”两个指标，辅助人工交易决策。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737360" cy="118872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Scraper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7315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2468880"/>
            <a:ext cx="1737360" cy="118872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06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Sentiment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情绪打分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0" y="3291840"/>
            <a:ext cx="7315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480560" y="2468880"/>
            <a:ext cx="1737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6060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Aggregator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177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日度聚合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17720" y="329184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355080" y="2468880"/>
            <a:ext cx="1737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060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Eval Bench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9224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模型选型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92240" y="329184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31520" y="3794760"/>
            <a:ext cx="1737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Backtest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6868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信号验证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68680" y="461772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606040" y="3794760"/>
            <a:ext cx="1737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93192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10896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Dashboard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74320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743200" y="461772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480560" y="3794760"/>
            <a:ext cx="1737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93192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8348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Notify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61772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告警推送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617720" y="461772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3716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watchlist.yaml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463040" cy="640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Scraper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fetch(keyword, date)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List&lt;RawPost&gt;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Sentiment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analyze(post)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ScoredPost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46304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Aggregator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roll_up(date)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DailyMetric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1280160"/>
            <a:ext cx="1280160" cy="6400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103120" y="2560320"/>
            <a:ext cx="182880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0312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Backtest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K线叠图 · 相关性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182880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可视化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560320"/>
            <a:ext cx="182880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Notify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/ 微信推送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2286000"/>
            <a:ext cx="-324612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2560320"/>
            <a:ext cx="137160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Eval Bench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200条标注 · 多模型对比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0" y="2880360"/>
            <a:ext cx="2011680" cy="-1280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scripts/daily_run.py  +  定时任务  →  调度 M1 → M2 → M3 全流程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22860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4389120"/>
            <a:ext cx="228600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已完成(含评测)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389120"/>
            <a:ext cx="228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未开始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4389120"/>
            <a:ext cx="22860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进度总览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模块已完成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188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889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daily_run.py 进度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18288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总代码行数(M1+M2)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18872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测试代码行数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26080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05840" y="2926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 (pyproject.toml + uv.lock + .gitignore)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3200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Scraper 全套 (base + manual + xhs_mcp + fallback + monitor)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5840" y="3474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Sentiment Engine (两阶段LLM打分 + batch/per_comment双模式)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4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749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数据契约 models.py (RawPost / ScoredPost / DailyMetric)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4023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 (watchlist.yaml + prompts.yaml)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9768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5840" y="4297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 单元测试 (scraper 7个 + sentiment 完整覆盖)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7200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0584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scripts/daily_run.py M1→M2 串联已通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0292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未完成</a:t>
            </a:r>
            <a:endParaRPr lang="en-US" sz="16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926080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Aggregator (日度聚合 → SQLite)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200400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0352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Eval Bench (模型选型评测)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474720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30352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Backtest (K线回测)</a:t>
            </a:r>
            <a:endParaRPr lang="en-US" sz="11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749040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30352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Dashboard (Streamlit)</a:t>
            </a:r>
            <a:endParaRPr lang="en-US" sz="11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023360"/>
            <a:ext cx="182880" cy="18288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30352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Notify (告警推送)</a:t>
            </a:r>
            <a:endParaRPr lang="en-US" sz="1100" dirty="0"/>
          </a:p>
        </p:txBody>
      </p:sp>
      <p:sp>
        <p:nvSpPr>
          <p:cNvPr id="46" name="Shape 3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7" name="Text 3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里程碑：能看到数据库里有一行 DailyMetric — 当前 M3 未实现，里程碑未达成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Scraper — 数据采集模块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0" y="41148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base.py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0" y="1234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463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Protocol 定义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182880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82880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385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manual.py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80160" y="2103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手动数据兜底方案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246888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24688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86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xhs_mcp.py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47472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238行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28016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 MCP 真实采集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10896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31089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1868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fallback.py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47472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73行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28016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自动降级逻辑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1520" y="374904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1520" y="37490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5876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016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monitor.py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7472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99行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280160" y="4023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噪声率监控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1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64592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035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协议调用本地小红书服务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01168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035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search_feeds → 日期过滤 → get_feed_detail</a:t>
            </a:r>
            <a:endParaRPr lang="en-US" sz="1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77440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03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自动降级: XhsMcp → ManualScraper</a:t>
            </a:r>
            <a:endParaRPr lang="en-US" sz="11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743200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3035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post_id 编码发布时间(hex → unix秒)</a:t>
            </a:r>
            <a:endParaRPr lang="en-US" sz="11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108960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3035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噪声率监控(&gt;50% 报警)</a:t>
            </a:r>
            <a:endParaRPr lang="en-US" sz="11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474720"/>
            <a:ext cx="182880" cy="1828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303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 v2 API 和旧格式 payload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840480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30352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个单元测试(mock, 不依赖真实MCP)</a:t>
            </a:r>
            <a:endParaRPr lang="en-US" sz="1100" dirty="0"/>
          </a:p>
        </p:txBody>
      </p:sp>
      <p:sp>
        <p:nvSpPr>
          <p:cNvPr id="50" name="Shape 36"/>
          <p:cNvSpPr/>
          <p:nvPr/>
        </p:nvSpPr>
        <p:spPr>
          <a:xfrm>
            <a:off x="5029200" y="4206240"/>
            <a:ext cx="36576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1" name="Text 37"/>
          <p:cNvSpPr/>
          <p:nvPr/>
        </p:nvSpPr>
        <p:spPr>
          <a:xfrm>
            <a:off x="512064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接口: async fetch(keyword, target_date, watchlist_id) → list[RawPost]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Sentiment Engine — 情绪打分模块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0" y="41148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 LLM 打分流程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9144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帖子主体打分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多模态(image_url)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五档: -2/-1/0/+1/+2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quote 原句证据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78308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49040" y="1554480"/>
            <a:ext cx="2468880" cy="914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4904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评论区打分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9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per_comment 双模式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 fallback 切换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n_likes 加权聚合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66560" y="1554480"/>
            <a:ext cx="1828800" cy="91440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6656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客户端聚合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+ std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成本追踪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283464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283464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4436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engine.py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47472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444行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280160" y="3108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SentimentEngine 主类，含重试/验证/fallback/cost追踪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474720"/>
            <a:ext cx="384048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347472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844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prompts.py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47472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75行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280160" y="3749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PromptTemplates 从 prompts.yaml 加载渲染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关键设计决策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9184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帖子与评论分开打分(情绪常相反)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1188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多模态: image 直接喂 vision model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931920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3035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is_relevant 门控过滤非投资语料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251960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只输出离散值, 连续值客户端算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572000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0352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markdown fence 清理和重试机制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5029200" y="4572000"/>
            <a:ext cx="3474720" cy="3657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1" name="Text 30"/>
          <p:cNvSpPr/>
          <p:nvPr/>
        </p:nvSpPr>
        <p:spPr>
          <a:xfrm>
            <a:off x="51206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测试: 583行 · 覆盖全部场景(含 retry/fallback/coercion)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数据契约 &amp; 配置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模块间数据流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0" cy="59436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RawPost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→ M2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帖子+评论原始数据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840480" cy="59436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ScoredPost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→ M3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587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情绪打分结果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840480" cy="5943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DailyMetric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→ SQLite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319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日度聚合指标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配置文件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36576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663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watchlist.yaml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个标的: 恒生科技 / 半导体 / 机器人 / 甲骨文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oracle 已启用(enabled: true)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每个含 id, name, keywords, market, ticker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834640"/>
            <a:ext cx="36576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prompts.yaml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套 prompt 模板: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post_sentiment (帖子情绪分析)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comment_batch (评论批量打分)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per_comment (单评论打分)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8404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(329行) — 全部模块的核心依赖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模型: RawComment · RawPost · SentimentScore · CommentScore · ScoredPost · DailyMetric + XHS payload 适配器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剩余 (紧急)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M3 Aggregator: daily.py → SQLite daily_metrics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daily_run.py 串通 M1→M2→M3 全流程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里程碑: 数据库里有一行 DailyMetric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计划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M1 接入真实数据源 (MediaCrawler / SaaS)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M4 标 200 条 + 跑多模型评测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M6 Streamlit dashboard 雏形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24688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计划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M5 Backtest: 90 天历史回测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M7 Notify 接 Server 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部署定时任务, 每日自动跑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已知风险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64592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小红书反爬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920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ManualScraper 永远保留作为兜底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2860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情绪不对称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只用作顶部预警, 不预测底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926080"/>
            <a:ext cx="3657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29260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反讽识别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选出反讽 &gt;70% 的模型才上线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356616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歧义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is_relevant 门控 + 噪声率监控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4297680"/>
            <a:ext cx="36576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技术栈: Python 3.11+ · uv · Pydantic v2 · SQLModel · LiteLLM · Streamlit · yfinance · akshare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rednote_monitor Week 1 进度汇报</dc:title>
  <dc:subject>PptxGenJS Presentation</dc:subject>
  <dc:creator>rednote_monitor team</dc:creator>
  <cp:lastModifiedBy>rednote_monitor team</cp:lastModifiedBy>
  <cp:revision>1</cp:revision>
  <dcterms:created xsi:type="dcterms:W3CDTF">2026-05-20T09:23:14Z</dcterms:created>
  <dcterms:modified xsi:type="dcterms:W3CDTF">2026-05-20T09:23:14Z</dcterms:modified>
</cp:coreProperties>
</file>